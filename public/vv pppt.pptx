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grandir Bold" charset="1" panose="00000800000000000000"/>
      <p:regular r:id="rId7"/>
    </p:embeddedFont>
    <p:embeddedFont>
      <p:font typeface="Poppins Semi-Bold" charset="1" panose="00000700000000000000"/>
      <p:regular r:id="rId8"/>
    </p:embeddedFont>
    <p:embeddedFont>
      <p:font typeface="Canva Sans Bold" charset="1" panose="020B0803030501040103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4036" y="2976207"/>
            <a:ext cx="4610230" cy="9220461"/>
          </a:xfrm>
          <a:custGeom>
            <a:avLst/>
            <a:gdLst/>
            <a:ahLst/>
            <a:cxnLst/>
            <a:rect r="r" b="b" t="t" l="l"/>
            <a:pathLst>
              <a:path h="9220461" w="4610230">
                <a:moveTo>
                  <a:pt x="0" y="0"/>
                </a:moveTo>
                <a:lnTo>
                  <a:pt x="4610230" y="0"/>
                </a:lnTo>
                <a:lnTo>
                  <a:pt x="4610230" y="9220461"/>
                </a:lnTo>
                <a:lnTo>
                  <a:pt x="0" y="92204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552669" y="-2308792"/>
            <a:ext cx="6010980" cy="6674984"/>
          </a:xfrm>
          <a:custGeom>
            <a:avLst/>
            <a:gdLst/>
            <a:ahLst/>
            <a:cxnLst/>
            <a:rect r="r" b="b" t="t" l="l"/>
            <a:pathLst>
              <a:path h="6674984" w="6010980">
                <a:moveTo>
                  <a:pt x="0" y="0"/>
                </a:moveTo>
                <a:lnTo>
                  <a:pt x="6010980" y="0"/>
                </a:lnTo>
                <a:lnTo>
                  <a:pt x="6010980" y="6674984"/>
                </a:lnTo>
                <a:lnTo>
                  <a:pt x="0" y="6674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630465" y="-4902785"/>
            <a:ext cx="4166573" cy="8333147"/>
          </a:xfrm>
          <a:custGeom>
            <a:avLst/>
            <a:gdLst/>
            <a:ahLst/>
            <a:cxnLst/>
            <a:rect r="r" b="b" t="t" l="l"/>
            <a:pathLst>
              <a:path h="8333147" w="4166573">
                <a:moveTo>
                  <a:pt x="0" y="8333146"/>
                </a:moveTo>
                <a:lnTo>
                  <a:pt x="4166573" y="8333146"/>
                </a:lnTo>
                <a:lnTo>
                  <a:pt x="4166573" y="0"/>
                </a:lnTo>
                <a:lnTo>
                  <a:pt x="0" y="0"/>
                </a:lnTo>
                <a:lnTo>
                  <a:pt x="0" y="83331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15034" y="1531393"/>
            <a:ext cx="8115300" cy="3797937"/>
            <a:chOff x="0" y="0"/>
            <a:chExt cx="1257272" cy="58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7272" cy="588400"/>
            </a:xfrm>
            <a:custGeom>
              <a:avLst/>
              <a:gdLst/>
              <a:ahLst/>
              <a:cxnLst/>
              <a:rect r="r" b="b" t="t" l="l"/>
              <a:pathLst>
                <a:path h="588400" w="1257272">
                  <a:moveTo>
                    <a:pt x="28620" y="0"/>
                  </a:moveTo>
                  <a:lnTo>
                    <a:pt x="1228653" y="0"/>
                  </a:lnTo>
                  <a:cubicBezTo>
                    <a:pt x="1244459" y="0"/>
                    <a:pt x="1257272" y="12813"/>
                    <a:pt x="1257272" y="28620"/>
                  </a:cubicBezTo>
                  <a:lnTo>
                    <a:pt x="1257272" y="559780"/>
                  </a:lnTo>
                  <a:cubicBezTo>
                    <a:pt x="1257272" y="575586"/>
                    <a:pt x="1244459" y="588400"/>
                    <a:pt x="1228653" y="588400"/>
                  </a:cubicBezTo>
                  <a:lnTo>
                    <a:pt x="28620" y="588400"/>
                  </a:lnTo>
                  <a:cubicBezTo>
                    <a:pt x="12813" y="588400"/>
                    <a:pt x="0" y="575586"/>
                    <a:pt x="0" y="559780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379" r="0" b="-5987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712008" y="3719960"/>
            <a:ext cx="821282" cy="82128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12008" y="7125552"/>
            <a:ext cx="821282" cy="82128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12008" y="2063794"/>
            <a:ext cx="821282" cy="82128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12008" y="5469385"/>
            <a:ext cx="821282" cy="82128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045279" y="3430361"/>
            <a:ext cx="3952293" cy="3169905"/>
            <a:chOff x="0" y="0"/>
            <a:chExt cx="1040933" cy="8348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0933" cy="834872"/>
            </a:xfrm>
            <a:custGeom>
              <a:avLst/>
              <a:gdLst/>
              <a:ahLst/>
              <a:cxnLst/>
              <a:rect r="r" b="b" t="t" l="l"/>
              <a:pathLst>
                <a:path h="834872" w="1040933">
                  <a:moveTo>
                    <a:pt x="135160" y="0"/>
                  </a:moveTo>
                  <a:lnTo>
                    <a:pt x="905773" y="0"/>
                  </a:lnTo>
                  <a:cubicBezTo>
                    <a:pt x="941620" y="0"/>
                    <a:pt x="975998" y="14240"/>
                    <a:pt x="1001346" y="39587"/>
                  </a:cubicBezTo>
                  <a:cubicBezTo>
                    <a:pt x="1026693" y="64935"/>
                    <a:pt x="1040933" y="99313"/>
                    <a:pt x="1040933" y="135160"/>
                  </a:cubicBezTo>
                  <a:lnTo>
                    <a:pt x="1040933" y="699712"/>
                  </a:lnTo>
                  <a:cubicBezTo>
                    <a:pt x="1040933" y="735559"/>
                    <a:pt x="1026693" y="769937"/>
                    <a:pt x="1001346" y="795284"/>
                  </a:cubicBezTo>
                  <a:cubicBezTo>
                    <a:pt x="975998" y="820632"/>
                    <a:pt x="941620" y="834872"/>
                    <a:pt x="905773" y="834872"/>
                  </a:cubicBezTo>
                  <a:lnTo>
                    <a:pt x="135160" y="834872"/>
                  </a:lnTo>
                  <a:cubicBezTo>
                    <a:pt x="99313" y="834872"/>
                    <a:pt x="64935" y="820632"/>
                    <a:pt x="39587" y="795284"/>
                  </a:cubicBezTo>
                  <a:cubicBezTo>
                    <a:pt x="14240" y="769937"/>
                    <a:pt x="0" y="735559"/>
                    <a:pt x="0" y="699712"/>
                  </a:cubicBezTo>
                  <a:lnTo>
                    <a:pt x="0" y="135160"/>
                  </a:lnTo>
                  <a:cubicBezTo>
                    <a:pt x="0" y="99313"/>
                    <a:pt x="14240" y="64935"/>
                    <a:pt x="39587" y="39587"/>
                  </a:cubicBezTo>
                  <a:cubicBezTo>
                    <a:pt x="64935" y="14240"/>
                    <a:pt x="99313" y="0"/>
                    <a:pt x="135160" y="0"/>
                  </a:cubicBezTo>
                  <a:close/>
                </a:path>
              </a:pathLst>
            </a:custGeom>
            <a:solidFill>
              <a:srgbClr val="FFF9E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040933" cy="901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202009" y="3566013"/>
            <a:ext cx="3653195" cy="2878602"/>
            <a:chOff x="0" y="0"/>
            <a:chExt cx="746730" cy="588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6730" cy="588400"/>
            </a:xfrm>
            <a:custGeom>
              <a:avLst/>
              <a:gdLst/>
              <a:ahLst/>
              <a:cxnLst/>
              <a:rect r="r" b="b" t="t" l="l"/>
              <a:pathLst>
                <a:path h="588400" w="746730">
                  <a:moveTo>
                    <a:pt x="116557" y="0"/>
                  </a:moveTo>
                  <a:lnTo>
                    <a:pt x="630173" y="0"/>
                  </a:lnTo>
                  <a:cubicBezTo>
                    <a:pt x="661086" y="0"/>
                    <a:pt x="690733" y="12280"/>
                    <a:pt x="712592" y="34139"/>
                  </a:cubicBezTo>
                  <a:cubicBezTo>
                    <a:pt x="734450" y="55997"/>
                    <a:pt x="746730" y="85644"/>
                    <a:pt x="746730" y="116557"/>
                  </a:cubicBezTo>
                  <a:lnTo>
                    <a:pt x="746730" y="471843"/>
                  </a:lnTo>
                  <a:cubicBezTo>
                    <a:pt x="746730" y="536215"/>
                    <a:pt x="694546" y="588400"/>
                    <a:pt x="630173" y="588400"/>
                  </a:cubicBezTo>
                  <a:lnTo>
                    <a:pt x="116557" y="588400"/>
                  </a:lnTo>
                  <a:cubicBezTo>
                    <a:pt x="85644" y="588400"/>
                    <a:pt x="55997" y="576120"/>
                    <a:pt x="34139" y="554261"/>
                  </a:cubicBezTo>
                  <a:cubicBezTo>
                    <a:pt x="12280" y="532402"/>
                    <a:pt x="0" y="502756"/>
                    <a:pt x="0" y="471843"/>
                  </a:cubicBezTo>
                  <a:lnTo>
                    <a:pt x="0" y="116557"/>
                  </a:lnTo>
                  <a:cubicBezTo>
                    <a:pt x="0" y="52184"/>
                    <a:pt x="52184" y="0"/>
                    <a:pt x="116557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22064" r="0" b="-68125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515034" y="6485966"/>
            <a:ext cx="6658648" cy="208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Product Snapshot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53205" y="3755985"/>
            <a:ext cx="3739123" cy="72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Cinematic dron</a:t>
            </a: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 documentation services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53205" y="7161576"/>
            <a:ext cx="3358438" cy="72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Destination-ba</a:t>
            </a: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sed curated portfolios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53205" y="2099818"/>
            <a:ext cx="3739123" cy="72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Custom travel + photog</a:t>
            </a: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raphy packages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53205" y="5505410"/>
            <a:ext cx="3183957" cy="72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Personalized </a:t>
            </a: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travel photo albums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1210923">
            <a:off x="14630400" y="1336027"/>
            <a:ext cx="7315200" cy="1263535"/>
          </a:xfrm>
          <a:custGeom>
            <a:avLst/>
            <a:gdLst/>
            <a:ahLst/>
            <a:cxnLst/>
            <a:rect r="r" b="b" t="t" l="l"/>
            <a:pathLst>
              <a:path h="1263535" w="7315200">
                <a:moveTo>
                  <a:pt x="0" y="0"/>
                </a:moveTo>
                <a:lnTo>
                  <a:pt x="7315200" y="0"/>
                </a:lnTo>
                <a:lnTo>
                  <a:pt x="7315200" y="1263535"/>
                </a:lnTo>
                <a:lnTo>
                  <a:pt x="0" y="12635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956207">
            <a:off x="5913985" y="8228897"/>
            <a:ext cx="2955460" cy="1520718"/>
          </a:xfrm>
          <a:custGeom>
            <a:avLst/>
            <a:gdLst/>
            <a:ahLst/>
            <a:cxnLst/>
            <a:rect r="r" b="b" t="t" l="l"/>
            <a:pathLst>
              <a:path h="1520718" w="2955460">
                <a:moveTo>
                  <a:pt x="0" y="0"/>
                </a:moveTo>
                <a:lnTo>
                  <a:pt x="2955460" y="0"/>
                </a:lnTo>
                <a:lnTo>
                  <a:pt x="2955460" y="1520719"/>
                </a:lnTo>
                <a:lnTo>
                  <a:pt x="0" y="15207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792500" y="2085734"/>
            <a:ext cx="660298" cy="701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104" b="true">
                <a:solidFill>
                  <a:srgbClr val="FFF9E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92500" y="3712614"/>
            <a:ext cx="660298" cy="701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104" b="true">
                <a:solidFill>
                  <a:srgbClr val="FFF9E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92500" y="5491325"/>
            <a:ext cx="660298" cy="701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104" b="true">
                <a:solidFill>
                  <a:srgbClr val="FFF9E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92500" y="7138393"/>
            <a:ext cx="660298" cy="701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6"/>
              </a:lnSpc>
            </a:pPr>
            <a:r>
              <a:rPr lang="en-US" sz="4104" b="true">
                <a:solidFill>
                  <a:srgbClr val="FFF9E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DAG4Fzqgqe0</dc:identifier>
  <dcterms:modified xsi:type="dcterms:W3CDTF">2011-08-01T06:04:30Z</dcterms:modified>
  <cp:revision>1</cp:revision>
  <dc:title>Yellow Beige and Black Simple Pitch Deck Presentation</dc:title>
</cp:coreProperties>
</file>